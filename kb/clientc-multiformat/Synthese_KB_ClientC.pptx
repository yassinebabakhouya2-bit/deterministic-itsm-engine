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titre — deck de synthèse généré pour le Jalon 6 (validation ingestion PDF/Excel/PPT sur clientc).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Vue d'ensemble des 6 systèmes couverts par la base de connaissance Client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Fiche Titan ERP — Erreur à la clôture mensuelle. Contenu synthétique, aucune donnée réelle.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Fiche ZephyrVPN — Installation du client VPN. Contenu synthétique, aucune donnée réelle.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Fiche FlowDesk — Définir la priorité d'un ticket. Contenu synthétique, aucune donnée réelle.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Fiche KeyCard C — Remplacement d'un badge perdu. Contenu synthétique, aucune donnée réelle.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Fiche DataNest — Restaurer un fichier sauvegardé. Contenu synthétique, aucune donnée réelle.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Fiche MegaPrint — Bourrage papier récurrent. Contenu synthétique, aucune donnée réelle.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clôture.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1488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connaissance IT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63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 — Synthèse des procédures de support niveau 1/2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794760"/>
            <a:ext cx="2926080" cy="0"/>
          </a:xfrm>
          <a:prstGeom prst="line">
            <a:avLst/>
          </a:prstGeom>
          <a:noFill/>
          <a:ln w="25400">
            <a:solidFill>
              <a:srgbClr val="5080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synthétique de démonstration — aucune donnée client réelle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 6 — KnowledgeEngine v9 (ingestion externe multi-format)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procédures documentées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IT niveau 1/2 — vue d'ensemble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jalon6/icons/tit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" y="1890979"/>
            <a:ext cx="460858" cy="4608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83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ERP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560320"/>
            <a:ext cx="3118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à la clôture mensuelle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6002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80136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jalon6/icons/zephy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891" y="1890979"/>
            <a:ext cx="460858" cy="4608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85232" y="1783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ZephyrVPN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560320"/>
            <a:ext cx="3118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du client VPN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16002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02752" y="180136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jalon6/icons/flowde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2363" y="1890979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61704" y="1783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FlowDesk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302752" y="2560320"/>
            <a:ext cx="3118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la priorité d'un ticket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005072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4206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jalon6/icons/keyc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" y="4295851"/>
            <a:ext cx="460858" cy="46085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41879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KeyCard C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49808" y="4965192"/>
            <a:ext cx="3118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Remplacement d'un badge perdu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5112" y="4005072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4206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jalon6/icons/datane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5891" y="4295851"/>
            <a:ext cx="460858" cy="46085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85232" y="41879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DataNest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4965192"/>
            <a:ext cx="3118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Restaurer un fichier sauvegardé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01584" y="4005072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02752" y="4206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jalon6/icons/megapri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2363" y="4295851"/>
            <a:ext cx="460858" cy="46085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61704" y="41879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MegaPrint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302752" y="4965192"/>
            <a:ext cx="3118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Bourrage papier récurrent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jalon6/icons/tit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" y="624535"/>
            <a:ext cx="625450" cy="62545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Titan ERP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9601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à la clôture mensuelle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931920" cy="1417320"/>
          </a:xfrm>
          <a:prstGeom prst="roundRect">
            <a:avLst>
              <a:gd name="adj" fmla="val 3871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49808" y="210312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404872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Clôture mensuelle en échec — « période verrouillée »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657600"/>
            <a:ext cx="3931920" cy="1417320"/>
          </a:xfrm>
          <a:prstGeom prst="roundRect">
            <a:avLst>
              <a:gd name="adj" fmla="val 3871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49808" y="379476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4096512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Titan ERP / Comptabilité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196596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00600" y="2414016"/>
            <a:ext cx="384048" cy="38404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006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330952" y="2377440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l'état de la période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800600" y="3072384"/>
            <a:ext cx="384048" cy="38404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006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330952" y="3035808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Valider/annuler les écritures en attente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800600" y="3730752"/>
            <a:ext cx="384048" cy="38404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006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330952" y="3694176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Relancer la clôture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800600" y="4389120"/>
            <a:ext cx="384048" cy="38404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80060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330952" y="4352544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Contrôler le journal d'erreurs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jalon6/icons/zephy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" y="624535"/>
            <a:ext cx="625450" cy="62545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ZephyrVPN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9601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du client VPN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931920" cy="1417320"/>
          </a:xfrm>
          <a:prstGeom prst="roundRect">
            <a:avLst>
              <a:gd name="adj" fmla="val 3871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49808" y="210312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404872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neuf sans client VPN installé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657600"/>
            <a:ext cx="3931920" cy="1417320"/>
          </a:xfrm>
          <a:prstGeom prst="roundRect">
            <a:avLst>
              <a:gd name="adj" fmla="val 3871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49808" y="379476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4096512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Réseau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196596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00600" y="2414016"/>
            <a:ext cx="384048" cy="38404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006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330952" y="2377440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 depuis le portail logiciels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800600" y="3072384"/>
            <a:ext cx="384048" cy="38404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006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330952" y="3035808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avec droits administrateur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800600" y="3730752"/>
            <a:ext cx="384048" cy="38404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006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330952" y="3694176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Importer le profil réseau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800600" y="4389120"/>
            <a:ext cx="384048" cy="38404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80060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330952" y="4352544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la connexion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jalon6/icons/flowde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" y="624535"/>
            <a:ext cx="625450" cy="62545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FlowDesk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9601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la priorité d'un ticket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931920" cy="1417320"/>
          </a:xfrm>
          <a:prstGeom prst="roundRect">
            <a:avLst>
              <a:gd name="adj" fmla="val 3871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49808" y="210312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404872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 incertain sur le niveau de priorité à choisir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657600"/>
            <a:ext cx="3931920" cy="1417320"/>
          </a:xfrm>
          <a:prstGeom prst="roundRect">
            <a:avLst>
              <a:gd name="adj" fmla="val 3871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49808" y="379476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4096512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Astreinte (notifiée automatiquement si Critique)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196596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00600" y="2414016"/>
            <a:ext cx="384048" cy="38404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006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330952" y="2377440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ou ouvrir le ticket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800600" y="3072384"/>
            <a:ext cx="384048" cy="38404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006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330952" y="3035808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Basse / Normale / Haute / Critique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800600" y="3730752"/>
            <a:ext cx="384048" cy="38404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006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330952" y="3694176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Justifier si Critique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800600" y="4389120"/>
            <a:ext cx="384048" cy="38404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80060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330952" y="4352544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le ticket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jalon6/icons/key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" y="624535"/>
            <a:ext cx="625450" cy="62545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KeyCard C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9601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Remplacement d'un badge perdu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931920" cy="1417320"/>
          </a:xfrm>
          <a:prstGeom prst="roundRect">
            <a:avLst>
              <a:gd name="adj" fmla="val 3871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49808" y="210312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404872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d'accès perdu ou volé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657600"/>
            <a:ext cx="3931920" cy="1417320"/>
          </a:xfrm>
          <a:prstGeom prst="roundRect">
            <a:avLst>
              <a:gd name="adj" fmla="val 3871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49808" y="379476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4096512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physique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196596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00600" y="2414016"/>
            <a:ext cx="384048" cy="38404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006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330952" y="2377440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Désactiver l'ancien badge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800600" y="3072384"/>
            <a:ext cx="384048" cy="38404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006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330952" y="3035808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Émettre un nouveau badge (mêmes droits)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800600" y="3730752"/>
            <a:ext cx="384048" cy="38404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006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330952" y="3694176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Associer le badge à l'utilisateur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800600" y="4389120"/>
            <a:ext cx="384048" cy="38404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80060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330952" y="4352544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Remettre contre signature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jalon6/icons/datan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" y="624535"/>
            <a:ext cx="625450" cy="62545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DataNest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9601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Restaurer un fichier sauvegardé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931920" cy="1417320"/>
          </a:xfrm>
          <a:prstGeom prst="roundRect">
            <a:avLst>
              <a:gd name="adj" fmla="val 3871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49808" y="210312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404872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supprimé par erreur, à récupérer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657600"/>
            <a:ext cx="3931920" cy="1417320"/>
          </a:xfrm>
          <a:prstGeom prst="roundRect">
            <a:avLst>
              <a:gd name="adj" fmla="val 3871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49808" y="379476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4096512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Sauvegarde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196596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00600" y="2414016"/>
            <a:ext cx="384048" cy="38404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006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330952" y="2377440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le fichier par nom/date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800600" y="3072384"/>
            <a:ext cx="384048" cy="38404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006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330952" y="3035808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le point de restauration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800600" y="3730752"/>
            <a:ext cx="384048" cy="38404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006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330952" y="3694176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la restauration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800600" y="4389120"/>
            <a:ext cx="384048" cy="38404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80060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330952" y="4352544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l'intégrité du fichier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jalon6/icons/megapr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" y="624535"/>
            <a:ext cx="625450" cy="62545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MegaPrint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9601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Bourrage papier récurrent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931920" cy="1417320"/>
          </a:xfrm>
          <a:prstGeom prst="roundRect">
            <a:avLst>
              <a:gd name="adj" fmla="val 3871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49808" y="210312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404872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Bourrages papier fréquents sur l'imprimante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657600"/>
            <a:ext cx="3931920" cy="1417320"/>
          </a:xfrm>
          <a:prstGeom prst="roundRect">
            <a:avLst>
              <a:gd name="adj" fmla="val 3871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49808" y="379476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4096512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Prestataire de maintenance MegaPrint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196596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00600" y="2414016"/>
            <a:ext cx="384048" cy="38404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006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330952" y="2377440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Retirer le papier coincé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800600" y="3072384"/>
            <a:ext cx="384048" cy="38404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006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330952" y="3035808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 grammage (80 g/m²)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800600" y="3730752"/>
            <a:ext cx="384048" cy="38404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006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330952" y="3694176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Nettoyer les rouleaux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800600" y="4389120"/>
            <a:ext cx="384048" cy="38404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80060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330952" y="4352544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 une maintenance si récurrent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procédures</a:t>
            </a:r>
            <a:endParaRPr lang="en-US" sz="5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documentées et prêtes pour l'ingestion multi-format (PDF, Excel, PPT)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 — KnowledgeEngine v9 — Jalon 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 de connaissance IT — Client C — Synthèse</dc:title>
  <dc:subject>PptxGenJS Presentation</dc:subject>
  <dc:creator>KnowledgeEngine v9</dc:creator>
  <cp:lastModifiedBy>KnowledgeEngine v9</cp:lastModifiedBy>
  <cp:revision>1</cp:revision>
  <dcterms:created xsi:type="dcterms:W3CDTF">2026-09-13T15:15:30Z</dcterms:created>
  <dcterms:modified xsi:type="dcterms:W3CDTF">2026-09-13T15:15:30Z</dcterms:modified>
</cp:coreProperties>
</file>